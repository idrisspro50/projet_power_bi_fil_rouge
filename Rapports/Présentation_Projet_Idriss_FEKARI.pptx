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3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3" r:id="rId9"/>
    <p:sldId id="264" r:id="rId10"/>
    <p:sldId id="265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3578" autoAdjust="0"/>
  </p:normalViewPr>
  <p:slideViewPr>
    <p:cSldViewPr snapToGrid="0">
      <p:cViewPr varScale="1">
        <p:scale>
          <a:sx n="77" d="100"/>
          <a:sy n="77" d="100"/>
        </p:scale>
        <p:origin x="7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driss Fekari" userId="ca404246-14f9-4b9a-a3ef-1645f87e22b7" providerId="ADAL" clId="{33B1D771-910F-42C3-B7CE-4E3AA60DA5F8}"/>
    <pc:docChg chg="undo custSel mod addSld delSld modSld sldOrd">
      <pc:chgData name="Idriss Fekari" userId="ca404246-14f9-4b9a-a3ef-1645f87e22b7" providerId="ADAL" clId="{33B1D771-910F-42C3-B7CE-4E3AA60DA5F8}" dt="2026-06-28T20:59:05.484" v="1202" actId="14100"/>
      <pc:docMkLst>
        <pc:docMk/>
      </pc:docMkLst>
      <pc:sldChg chg="addSp delSp modSp new mod">
        <pc:chgData name="Idriss Fekari" userId="ca404246-14f9-4b9a-a3ef-1645f87e22b7" providerId="ADAL" clId="{33B1D771-910F-42C3-B7CE-4E3AA60DA5F8}" dt="2026-06-15T19:00:08.594" v="48" actId="1076"/>
        <pc:sldMkLst>
          <pc:docMk/>
          <pc:sldMk cId="1348589561" sldId="256"/>
        </pc:sldMkLst>
        <pc:spChg chg="mod">
          <ac:chgData name="Idriss Fekari" userId="ca404246-14f9-4b9a-a3ef-1645f87e22b7" providerId="ADAL" clId="{33B1D771-910F-42C3-B7CE-4E3AA60DA5F8}" dt="2026-06-15T19:00:08.594" v="48" actId="1076"/>
          <ac:spMkLst>
            <pc:docMk/>
            <pc:sldMk cId="1348589561" sldId="256"/>
            <ac:spMk id="2" creationId="{3BEE993D-556A-9A0B-B47F-C8F9B0FEC6F5}"/>
          </ac:spMkLst>
        </pc:spChg>
        <pc:spChg chg="mod">
          <ac:chgData name="Idriss Fekari" userId="ca404246-14f9-4b9a-a3ef-1645f87e22b7" providerId="ADAL" clId="{33B1D771-910F-42C3-B7CE-4E3AA60DA5F8}" dt="2026-06-15T18:59:46.149" v="45"/>
          <ac:spMkLst>
            <pc:docMk/>
            <pc:sldMk cId="1348589561" sldId="256"/>
            <ac:spMk id="6" creationId="{83CEC218-3E54-5D13-18F0-BB9CB5D04B16}"/>
          </ac:spMkLst>
        </pc:spChg>
        <pc:spChg chg="mod">
          <ac:chgData name="Idriss Fekari" userId="ca404246-14f9-4b9a-a3ef-1645f87e22b7" providerId="ADAL" clId="{33B1D771-910F-42C3-B7CE-4E3AA60DA5F8}" dt="2026-06-15T18:59:46.149" v="45"/>
          <ac:spMkLst>
            <pc:docMk/>
            <pc:sldMk cId="1348589561" sldId="256"/>
            <ac:spMk id="7" creationId="{54227B44-62E0-C4AC-648A-FD39BB45C46F}"/>
          </ac:spMkLst>
        </pc:spChg>
      </pc:sldChg>
      <pc:sldChg chg="addSp delSp modSp add mod">
        <pc:chgData name="Idriss Fekari" userId="ca404246-14f9-4b9a-a3ef-1645f87e22b7" providerId="ADAL" clId="{33B1D771-910F-42C3-B7CE-4E3AA60DA5F8}" dt="2026-06-16T07:56:12.445" v="792" actId="5793"/>
        <pc:sldMkLst>
          <pc:docMk/>
          <pc:sldMk cId="551793236" sldId="257"/>
        </pc:sldMkLst>
        <pc:spChg chg="mod">
          <ac:chgData name="Idriss Fekari" userId="ca404246-14f9-4b9a-a3ef-1645f87e22b7" providerId="ADAL" clId="{33B1D771-910F-42C3-B7CE-4E3AA60DA5F8}" dt="2026-06-15T19:01:10.960" v="64" actId="1076"/>
          <ac:spMkLst>
            <pc:docMk/>
            <pc:sldMk cId="551793236" sldId="257"/>
            <ac:spMk id="2" creationId="{AE037153-FF70-238D-7610-6F72DBF96A1B}"/>
          </ac:spMkLst>
        </pc:spChg>
        <pc:spChg chg="add mod">
          <ac:chgData name="Idriss Fekari" userId="ca404246-14f9-4b9a-a3ef-1645f87e22b7" providerId="ADAL" clId="{33B1D771-910F-42C3-B7CE-4E3AA60DA5F8}" dt="2026-06-16T07:56:12.445" v="792" actId="5793"/>
          <ac:spMkLst>
            <pc:docMk/>
            <pc:sldMk cId="551793236" sldId="257"/>
            <ac:spMk id="5" creationId="{7046A9FC-09D6-8269-8D96-E0ADDA993A58}"/>
          </ac:spMkLst>
        </pc:spChg>
      </pc:sldChg>
      <pc:sldChg chg="addSp delSp modSp add mod">
        <pc:chgData name="Idriss Fekari" userId="ca404246-14f9-4b9a-a3ef-1645f87e22b7" providerId="ADAL" clId="{33B1D771-910F-42C3-B7CE-4E3AA60DA5F8}" dt="2026-06-16T07:56:54.700" v="807" actId="20577"/>
        <pc:sldMkLst>
          <pc:docMk/>
          <pc:sldMk cId="1547278038" sldId="258"/>
        </pc:sldMkLst>
        <pc:spChg chg="mod">
          <ac:chgData name="Idriss Fekari" userId="ca404246-14f9-4b9a-a3ef-1645f87e22b7" providerId="ADAL" clId="{33B1D771-910F-42C3-B7CE-4E3AA60DA5F8}" dt="2026-06-15T19:04:12.250" v="176" actId="5793"/>
          <ac:spMkLst>
            <pc:docMk/>
            <pc:sldMk cId="1547278038" sldId="258"/>
            <ac:spMk id="5" creationId="{62A94B82-8F8A-634B-B438-1192F037BFB0}"/>
          </ac:spMkLst>
        </pc:spChg>
        <pc:spChg chg="add mod">
          <ac:chgData name="Idriss Fekari" userId="ca404246-14f9-4b9a-a3ef-1645f87e22b7" providerId="ADAL" clId="{33B1D771-910F-42C3-B7CE-4E3AA60DA5F8}" dt="2026-06-16T07:56:54.700" v="807" actId="20577"/>
          <ac:spMkLst>
            <pc:docMk/>
            <pc:sldMk cId="1547278038" sldId="258"/>
            <ac:spMk id="8" creationId="{D9B30D3F-D410-A1B7-F511-64D8867F43AB}"/>
          </ac:spMkLst>
        </pc:spChg>
      </pc:sldChg>
      <pc:sldChg chg="addSp modSp add mod">
        <pc:chgData name="Idriss Fekari" userId="ca404246-14f9-4b9a-a3ef-1645f87e22b7" providerId="ADAL" clId="{33B1D771-910F-42C3-B7CE-4E3AA60DA5F8}" dt="2026-06-15T19:08:15.293" v="203" actId="1076"/>
        <pc:sldMkLst>
          <pc:docMk/>
          <pc:sldMk cId="3712697462" sldId="259"/>
        </pc:sldMkLst>
        <pc:spChg chg="mod">
          <ac:chgData name="Idriss Fekari" userId="ca404246-14f9-4b9a-a3ef-1645f87e22b7" providerId="ADAL" clId="{33B1D771-910F-42C3-B7CE-4E3AA60DA5F8}" dt="2026-06-15T19:05:12.115" v="190" actId="11"/>
          <ac:spMkLst>
            <pc:docMk/>
            <pc:sldMk cId="3712697462" sldId="259"/>
            <ac:spMk id="5" creationId="{4682495E-6533-4AD5-1DE7-099363A2A4FC}"/>
          </ac:spMkLst>
        </pc:spChg>
        <pc:picChg chg="add mod">
          <ac:chgData name="Idriss Fekari" userId="ca404246-14f9-4b9a-a3ef-1645f87e22b7" providerId="ADAL" clId="{33B1D771-910F-42C3-B7CE-4E3AA60DA5F8}" dt="2026-06-15T19:08:15.293" v="203" actId="1076"/>
          <ac:picMkLst>
            <pc:docMk/>
            <pc:sldMk cId="3712697462" sldId="259"/>
            <ac:picMk id="2" creationId="{E9360925-7B35-C3B0-60E3-891FCE3A96A4}"/>
          </ac:picMkLst>
        </pc:picChg>
      </pc:sldChg>
      <pc:sldChg chg="addSp delSp modSp add mod">
        <pc:chgData name="Idriss Fekari" userId="ca404246-14f9-4b9a-a3ef-1645f87e22b7" providerId="ADAL" clId="{33B1D771-910F-42C3-B7CE-4E3AA60DA5F8}" dt="2026-06-15T19:08:38.998" v="209" actId="14100"/>
        <pc:sldMkLst>
          <pc:docMk/>
          <pc:sldMk cId="2352271291" sldId="260"/>
        </pc:sldMkLst>
        <pc:spChg chg="mod">
          <ac:chgData name="Idriss Fekari" userId="ca404246-14f9-4b9a-a3ef-1645f87e22b7" providerId="ADAL" clId="{33B1D771-910F-42C3-B7CE-4E3AA60DA5F8}" dt="2026-06-15T19:05:19.676" v="191" actId="11"/>
          <ac:spMkLst>
            <pc:docMk/>
            <pc:sldMk cId="2352271291" sldId="260"/>
            <ac:spMk id="5" creationId="{7DA548D1-6491-78D3-A1B5-35BF886BB23F}"/>
          </ac:spMkLst>
        </pc:spChg>
        <pc:picChg chg="add mod">
          <ac:chgData name="Idriss Fekari" userId="ca404246-14f9-4b9a-a3ef-1645f87e22b7" providerId="ADAL" clId="{33B1D771-910F-42C3-B7CE-4E3AA60DA5F8}" dt="2026-06-15T19:08:38.998" v="209" actId="14100"/>
          <ac:picMkLst>
            <pc:docMk/>
            <pc:sldMk cId="2352271291" sldId="260"/>
            <ac:picMk id="3" creationId="{C98D85CB-4B7E-56BE-FA67-975153742BAA}"/>
          </ac:picMkLst>
        </pc:picChg>
      </pc:sldChg>
      <pc:sldChg chg="addSp modSp add mod">
        <pc:chgData name="Idriss Fekari" userId="ca404246-14f9-4b9a-a3ef-1645f87e22b7" providerId="ADAL" clId="{33B1D771-910F-42C3-B7CE-4E3AA60DA5F8}" dt="2026-06-16T21:40:25.780" v="842" actId="20577"/>
        <pc:sldMkLst>
          <pc:docMk/>
          <pc:sldMk cId="4183509050" sldId="261"/>
        </pc:sldMkLst>
        <pc:spChg chg="add mod">
          <ac:chgData name="Idriss Fekari" userId="ca404246-14f9-4b9a-a3ef-1645f87e22b7" providerId="ADAL" clId="{33B1D771-910F-42C3-B7CE-4E3AA60DA5F8}" dt="2026-06-16T21:40:25.780" v="842" actId="20577"/>
          <ac:spMkLst>
            <pc:docMk/>
            <pc:sldMk cId="4183509050" sldId="261"/>
            <ac:spMk id="3" creationId="{DE0FA01B-09DE-6A63-DF64-6C8FD9E22882}"/>
          </ac:spMkLst>
        </pc:spChg>
        <pc:spChg chg="mod">
          <ac:chgData name="Idriss Fekari" userId="ca404246-14f9-4b9a-a3ef-1645f87e22b7" providerId="ADAL" clId="{33B1D771-910F-42C3-B7CE-4E3AA60DA5F8}" dt="2026-06-15T19:05:34.793" v="192" actId="11"/>
          <ac:spMkLst>
            <pc:docMk/>
            <pc:sldMk cId="4183509050" sldId="261"/>
            <ac:spMk id="5" creationId="{AF140518-3623-C763-1C62-654C90D2D69D}"/>
          </ac:spMkLst>
        </pc:spChg>
      </pc:sldChg>
      <pc:sldChg chg="addSp delSp modSp add mod">
        <pc:chgData name="Idriss Fekari" userId="ca404246-14f9-4b9a-a3ef-1645f87e22b7" providerId="ADAL" clId="{33B1D771-910F-42C3-B7CE-4E3AA60DA5F8}" dt="2026-06-16T22:41:26.792" v="1196" actId="20577"/>
        <pc:sldMkLst>
          <pc:docMk/>
          <pc:sldMk cId="1170947244" sldId="262"/>
        </pc:sldMkLst>
        <pc:spChg chg="add del mod">
          <ac:chgData name="Idriss Fekari" userId="ca404246-14f9-4b9a-a3ef-1645f87e22b7" providerId="ADAL" clId="{33B1D771-910F-42C3-B7CE-4E3AA60DA5F8}" dt="2026-06-16T22:41:26.792" v="1196" actId="20577"/>
          <ac:spMkLst>
            <pc:docMk/>
            <pc:sldMk cId="1170947244" sldId="262"/>
            <ac:spMk id="2" creationId="{BD889F10-5A3B-F945-A3BE-2961CE760833}"/>
          </ac:spMkLst>
        </pc:spChg>
        <pc:spChg chg="mod">
          <ac:chgData name="Idriss Fekari" userId="ca404246-14f9-4b9a-a3ef-1645f87e22b7" providerId="ADAL" clId="{33B1D771-910F-42C3-B7CE-4E3AA60DA5F8}" dt="2026-06-15T19:05:45.702" v="193" actId="11"/>
          <ac:spMkLst>
            <pc:docMk/>
            <pc:sldMk cId="1170947244" sldId="262"/>
            <ac:spMk id="5" creationId="{68C63634-4243-91DF-0B06-31B4924C36DD}"/>
          </ac:spMkLst>
        </pc:spChg>
      </pc:sldChg>
      <pc:sldChg chg="addSp delSp modSp add mod">
        <pc:chgData name="Idriss Fekari" userId="ca404246-14f9-4b9a-a3ef-1645f87e22b7" providerId="ADAL" clId="{33B1D771-910F-42C3-B7CE-4E3AA60DA5F8}" dt="2026-06-28T20:59:05.484" v="1202" actId="14100"/>
        <pc:sldMkLst>
          <pc:docMk/>
          <pc:sldMk cId="2004112145" sldId="263"/>
        </pc:sldMkLst>
        <pc:spChg chg="add mod">
          <ac:chgData name="Idriss Fekari" userId="ca404246-14f9-4b9a-a3ef-1645f87e22b7" providerId="ADAL" clId="{33B1D771-910F-42C3-B7CE-4E3AA60DA5F8}" dt="2026-06-15T21:53:41.244" v="783" actId="20577"/>
          <ac:spMkLst>
            <pc:docMk/>
            <pc:sldMk cId="2004112145" sldId="263"/>
            <ac:spMk id="8" creationId="{BBD9E7C0-8D61-6890-01AA-1EF738971DB9}"/>
          </ac:spMkLst>
        </pc:spChg>
        <pc:spChg chg="add mod">
          <ac:chgData name="Idriss Fekari" userId="ca404246-14f9-4b9a-a3ef-1645f87e22b7" providerId="ADAL" clId="{33B1D771-910F-42C3-B7CE-4E3AA60DA5F8}" dt="2026-06-15T21:50:35.781" v="717" actId="1076"/>
          <ac:spMkLst>
            <pc:docMk/>
            <pc:sldMk cId="2004112145" sldId="263"/>
            <ac:spMk id="11" creationId="{2AC6B555-7B49-31D2-1FFB-58938A7F4DA7}"/>
          </ac:spMkLst>
        </pc:spChg>
        <pc:picChg chg="add mod">
          <ac:chgData name="Idriss Fekari" userId="ca404246-14f9-4b9a-a3ef-1645f87e22b7" providerId="ADAL" clId="{33B1D771-910F-42C3-B7CE-4E3AA60DA5F8}" dt="2026-06-28T20:59:05.484" v="1202" actId="14100"/>
          <ac:picMkLst>
            <pc:docMk/>
            <pc:sldMk cId="2004112145" sldId="263"/>
            <ac:picMk id="3" creationId="{BDEBC91C-194E-5D51-D10E-F57FA9FEBB62}"/>
          </ac:picMkLst>
        </pc:picChg>
        <pc:picChg chg="del">
          <ac:chgData name="Idriss Fekari" userId="ca404246-14f9-4b9a-a3ef-1645f87e22b7" providerId="ADAL" clId="{33B1D771-910F-42C3-B7CE-4E3AA60DA5F8}" dt="2026-06-28T20:59:02.916" v="1201" actId="478"/>
          <ac:picMkLst>
            <pc:docMk/>
            <pc:sldMk cId="2004112145" sldId="263"/>
            <ac:picMk id="4" creationId="{5C3FAB50-6807-B8BC-1E2E-CB2F40CB4EAB}"/>
          </ac:picMkLst>
        </pc:picChg>
        <pc:picChg chg="add mod">
          <ac:chgData name="Idriss Fekari" userId="ca404246-14f9-4b9a-a3ef-1645f87e22b7" providerId="ADAL" clId="{33B1D771-910F-42C3-B7CE-4E3AA60DA5F8}" dt="2026-06-15T21:50:35.781" v="717" actId="1076"/>
          <ac:picMkLst>
            <pc:docMk/>
            <pc:sldMk cId="2004112145" sldId="263"/>
            <ac:picMk id="10" creationId="{952DAC7D-AA7A-2698-8FA8-C1251DB99088}"/>
          </ac:picMkLst>
        </pc:picChg>
      </pc:sldChg>
      <pc:sldChg chg="addSp delSp modSp add mod">
        <pc:chgData name="Idriss Fekari" userId="ca404246-14f9-4b9a-a3ef-1645f87e22b7" providerId="ADAL" clId="{33B1D771-910F-42C3-B7CE-4E3AA60DA5F8}" dt="2026-06-15T21:55:01.672" v="787" actId="113"/>
        <pc:sldMkLst>
          <pc:docMk/>
          <pc:sldMk cId="4244915876" sldId="264"/>
        </pc:sldMkLst>
        <pc:spChg chg="add mod">
          <ac:chgData name="Idriss Fekari" userId="ca404246-14f9-4b9a-a3ef-1645f87e22b7" providerId="ADAL" clId="{33B1D771-910F-42C3-B7CE-4E3AA60DA5F8}" dt="2026-06-15T21:55:01.672" v="787" actId="113"/>
          <ac:spMkLst>
            <pc:docMk/>
            <pc:sldMk cId="4244915876" sldId="264"/>
            <ac:spMk id="10" creationId="{10C24683-D208-3C25-450F-86379C6EB785}"/>
          </ac:spMkLst>
        </pc:spChg>
      </pc:sldChg>
      <pc:sldChg chg="addSp delSp modSp add mod">
        <pc:chgData name="Idriss Fekari" userId="ca404246-14f9-4b9a-a3ef-1645f87e22b7" providerId="ADAL" clId="{33B1D771-910F-42C3-B7CE-4E3AA60DA5F8}" dt="2026-06-15T21:55:24.605" v="788" actId="113"/>
        <pc:sldMkLst>
          <pc:docMk/>
          <pc:sldMk cId="396483913" sldId="265"/>
        </pc:sldMkLst>
        <pc:spChg chg="add mod">
          <ac:chgData name="Idriss Fekari" userId="ca404246-14f9-4b9a-a3ef-1645f87e22b7" providerId="ADAL" clId="{33B1D771-910F-42C3-B7CE-4E3AA60DA5F8}" dt="2026-06-15T21:55:24.605" v="788" actId="113"/>
          <ac:spMkLst>
            <pc:docMk/>
            <pc:sldMk cId="396483913" sldId="265"/>
            <ac:spMk id="8" creationId="{2CF5E58D-0A30-439C-12BC-19AD0A1B9C31}"/>
          </ac:spMkLst>
        </pc:spChg>
      </pc:sldChg>
      <pc:sldChg chg="addSp delSp modSp add mod">
        <pc:chgData name="Idriss Fekari" userId="ca404246-14f9-4b9a-a3ef-1645f87e22b7" providerId="ADAL" clId="{33B1D771-910F-42C3-B7CE-4E3AA60DA5F8}" dt="2026-06-15T19:24:00.987" v="288" actId="1076"/>
        <pc:sldMkLst>
          <pc:docMk/>
          <pc:sldMk cId="3421862917" sldId="266"/>
        </pc:sldMkLst>
        <pc:picChg chg="add mod">
          <ac:chgData name="Idriss Fekari" userId="ca404246-14f9-4b9a-a3ef-1645f87e22b7" providerId="ADAL" clId="{33B1D771-910F-42C3-B7CE-4E3AA60DA5F8}" dt="2026-06-15T19:24:00.987" v="288" actId="1076"/>
          <ac:picMkLst>
            <pc:docMk/>
            <pc:sldMk cId="3421862917" sldId="266"/>
            <ac:picMk id="2" creationId="{3D894112-6F4D-A694-0535-5B7FDF2B535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DF58A3AE-8A91-A734-9777-C29C382B15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C9A10E3-DB00-5F0A-1F29-B0643E0D6C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fr-FR"/>
              <a:t>15/06/2026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6E3473-D7EE-7AE7-C3F7-DDF19ADACF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/>
              <a:t>Idriss FEKARI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93121B-D214-22B4-8952-E511018651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6D00BC-D83E-4D6E-973D-6AE20AAA83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89966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fr-FR"/>
              <a:t>15/06/2026</a:t>
            </a:r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/>
              <a:t>Idriss FEKARI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6F49F-DD74-4F5C-B7AD-3155C36155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6566405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fr-FR"/>
              <a:t>15/06/2026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Idriss FEKARI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6F49F-DD74-4F5C-B7AD-3155C361552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296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C531D-C0C7-49DD-8990-18AEE9886EC3}" type="datetime1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8267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C790D-CDF5-439D-B3C6-198353851058}" type="datetime1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398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ECE60-40D7-488E-8D8E-2251EAA35952}" type="datetime1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3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1A115-0638-4D62-AFA2-AF5950EBD556}" type="datetime1">
              <a:rPr lang="fr-FR" smtClean="0"/>
              <a:t>28/06/2026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0213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5E748-C34B-4412-891F-8E9CB9D1493C}" type="datetime1">
              <a:rPr lang="fr-FR" smtClean="0"/>
              <a:t>28/06/2026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7792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6D6F-8060-4ED6-8E33-6AD42F15768F}" type="datetime1">
              <a:rPr lang="fr-FR" smtClean="0"/>
              <a:t>28/06/2026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5650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C8090-2C47-4EF5-AA36-DFA46E6F8FB4}" type="datetime1">
              <a:rPr lang="fr-FR" smtClean="0"/>
              <a:t>28/06/2026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197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DD955-4FCB-4890-B5B6-D70F97F718B9}" type="datetime1">
              <a:rPr lang="fr-FR" smtClean="0"/>
              <a:t>28/06/2026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90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32AD-6FC3-46B0-AD88-6FADA481C731}" type="datetime1">
              <a:rPr lang="fr-FR" smtClean="0"/>
              <a:t>28/06/2026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735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6A45-296D-4071-8669-C90BDF1D3B88}" type="datetime1">
              <a:rPr lang="fr-FR" smtClean="0"/>
              <a:t>28/06/2026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998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E30A-CF4A-4D46-827B-F397D87CA00B}" type="datetime1">
              <a:rPr lang="fr-FR" smtClean="0"/>
              <a:t>28/06/2026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564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D1ACE-4D32-4E5D-80AB-69CC93ABEB85}" type="datetime1">
              <a:rPr lang="fr-FR" smtClean="0"/>
              <a:t>28/06/2026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3580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60968-EC16-4B77-81BD-E34842DD448C}" type="datetime1">
              <a:rPr lang="fr-FR" smtClean="0"/>
              <a:t>28/06/2026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343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CC14-41CF-43E6-A05F-13E528199DC1}" type="datetime1">
              <a:rPr lang="fr-FR" smtClean="0"/>
              <a:t>28/06/2026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642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033E5-2F5E-4143-A3C3-F4B4FB3DD1A4}" type="datetime1">
              <a:rPr lang="fr-FR" smtClean="0"/>
              <a:t>28/06/2026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6764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B0F16-FADA-4506-997E-CDDEC51C7DF6}" type="datetime1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13461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B5372-7D9B-4438-BE00-8169F8130061}" type="datetime1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815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081E608-0311-4101-B595-6DF2869F56E3}" type="datetime1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fr-FR"/>
              <a:t>Présentation Projet Power BI - Idriss FEKARI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6DFA85B-03FC-46DD-A8D7-E28C27D23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62264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  <p:sldLayoutId id="2147483866" r:id="rId13"/>
    <p:sldLayoutId id="2147483867" r:id="rId14"/>
    <p:sldLayoutId id="2147483868" r:id="rId15"/>
    <p:sldLayoutId id="2147483869" r:id="rId16"/>
    <p:sldLayoutId id="2147483870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EE993D-556A-9A0B-B47F-C8F9B0FEC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2297609"/>
            <a:ext cx="8915399" cy="2262781"/>
          </a:xfrm>
        </p:spPr>
        <p:txBody>
          <a:bodyPr>
            <a:normAutofit fontScale="90000"/>
          </a:bodyPr>
          <a:lstStyle/>
          <a:p>
            <a:r>
              <a:rPr lang="en-US" dirty="0"/>
              <a:t>Sales &amp; Customer Insights Dashboard</a:t>
            </a:r>
            <a:br>
              <a:rPr lang="fr-FR" dirty="0"/>
            </a:b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CEC218-3E54-5D13-18F0-BB9CB5D04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Présentation Projet Power BI - Idriss FEKARI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227B44-62E0-C4AC-648A-FD39BB45C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8589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E88EE-F2A2-CAAF-2416-49C3953C6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037153-FF70-238D-7610-6F72DBF96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7124" y="-78658"/>
            <a:ext cx="8137751" cy="2049585"/>
          </a:xfrm>
        </p:spPr>
        <p:txBody>
          <a:bodyPr>
            <a:normAutofit/>
          </a:bodyPr>
          <a:lstStyle/>
          <a:p>
            <a:r>
              <a:rPr lang="fr-FR" dirty="0"/>
              <a:t>Sommaire </a:t>
            </a:r>
            <a:br>
              <a:rPr lang="fr-FR" dirty="0"/>
            </a:b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573BC7-EDA0-1242-2CA4-999A46DB6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E6F0869-EEE9-AC6E-456F-150638087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2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046A9FC-09D6-8269-8D96-E0ADDA993A58}"/>
              </a:ext>
            </a:extLst>
          </p:cNvPr>
          <p:cNvSpPr txBox="1"/>
          <p:nvPr/>
        </p:nvSpPr>
        <p:spPr>
          <a:xfrm>
            <a:off x="570271" y="1970927"/>
            <a:ext cx="68432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err="1"/>
              <a:t>Contexte</a:t>
            </a:r>
            <a:r>
              <a:rPr lang="en-US" dirty="0"/>
              <a:t> et </a:t>
            </a:r>
            <a:r>
              <a:rPr lang="en-US" dirty="0" err="1"/>
              <a:t>Objectifs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Sources de données</a:t>
            </a:r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Modélisation et modèle sémantique</a:t>
            </a:r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Dashboard</a:t>
            </a:r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551793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9EB22-250F-7F05-3B52-A2BD2D6B2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AFBF08-ED26-2AB5-1A58-98EB8CAB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9296AC-1DC0-4707-87E6-799CA9EC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3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2A94B82-8F8A-634B-B438-1192F037BFB0}"/>
              </a:ext>
            </a:extLst>
          </p:cNvPr>
          <p:cNvSpPr txBox="1"/>
          <p:nvPr/>
        </p:nvSpPr>
        <p:spPr>
          <a:xfrm>
            <a:off x="668594" y="102798"/>
            <a:ext cx="6843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err="1"/>
              <a:t>Contexte</a:t>
            </a:r>
            <a:r>
              <a:rPr lang="en-US" b="1" dirty="0"/>
              <a:t> et </a:t>
            </a:r>
            <a:r>
              <a:rPr lang="en-US" b="1" dirty="0" err="1"/>
              <a:t>Objectifs</a:t>
            </a:r>
            <a:endParaRPr lang="en-US" b="1" dirty="0"/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endParaRPr lang="fr-FR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9B30D3F-D410-A1B7-F511-64D8867F43AB}"/>
              </a:ext>
            </a:extLst>
          </p:cNvPr>
          <p:cNvSpPr txBox="1"/>
          <p:nvPr/>
        </p:nvSpPr>
        <p:spPr>
          <a:xfrm>
            <a:off x="668594" y="1026128"/>
            <a:ext cx="107466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L'objectif de ce projet est d'aider une entreprise fictive (</a:t>
            </a:r>
            <a:r>
              <a:rPr lang="fr-FR" dirty="0" err="1"/>
              <a:t>AdventureWorks</a:t>
            </a:r>
            <a:r>
              <a:rPr lang="fr-FR" dirty="0"/>
              <a:t> - Microsoft) spécialisée dans la vente de vélos et d'équipements à piloter son activité à travers :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L'analyse de ses </a:t>
            </a:r>
            <a:r>
              <a:rPr lang="fr-FR"/>
              <a:t>performances commerciales.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L’analyse de la satisfaction client à partir des avis clients.</a:t>
            </a:r>
          </a:p>
          <a:p>
            <a:endParaRPr lang="fr-FR" dirty="0"/>
          </a:p>
          <a:p>
            <a:r>
              <a:rPr lang="fr-FR" dirty="0"/>
              <a:t>Le projet combine ainsi l'analyse des ventes et l'analyse de sentiment afin de fournir une vision globale et décisionnelle de l'activité de l'entreprise.</a:t>
            </a:r>
          </a:p>
        </p:txBody>
      </p:sp>
    </p:spTree>
    <p:extLst>
      <p:ext uri="{BB962C8B-B14F-4D97-AF65-F5344CB8AC3E}">
        <p14:creationId xmlns:p14="http://schemas.microsoft.com/office/powerpoint/2010/main" val="1547278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D9DAA-BAB7-6925-8085-5E53ACA25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399338D-948D-4165-639A-795E929E2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CAF869-AB78-2CB2-D991-D4721C24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4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682495E-6533-4AD5-1DE7-099363A2A4FC}"/>
              </a:ext>
            </a:extLst>
          </p:cNvPr>
          <p:cNvSpPr txBox="1"/>
          <p:nvPr/>
        </p:nvSpPr>
        <p:spPr>
          <a:xfrm>
            <a:off x="668594" y="102798"/>
            <a:ext cx="6843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fr-FR" b="1" dirty="0"/>
              <a:t>Sources de données et Modélisation</a:t>
            </a:r>
          </a:p>
          <a:p>
            <a:pPr marL="342900" indent="-342900">
              <a:buFont typeface="+mj-lt"/>
              <a:buAutoNum type="arabicPeriod" startAt="2"/>
            </a:pPr>
            <a:endParaRPr lang="fr-FR" b="1" dirty="0"/>
          </a:p>
        </p:txBody>
      </p:sp>
      <p:pic>
        <p:nvPicPr>
          <p:cNvPr id="2" name="Image 1" descr="Une image contenant texte, Police, Bleu électrique, nombre&#10;&#10;Le contenu généré par l’IA peut être incorrect.">
            <a:extLst>
              <a:ext uri="{FF2B5EF4-FFF2-40B4-BE49-F238E27FC236}">
                <a16:creationId xmlns:a16="http://schemas.microsoft.com/office/drawing/2014/main" id="{E9360925-7B35-C3B0-60E3-891FCE3A9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4" y="1658341"/>
            <a:ext cx="11120283" cy="354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97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AB354-7A7E-995A-8C3A-C38A25781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F1EFEE-D9AB-7528-01EC-5915A9A08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D6B0C3-F848-41A8-895B-B883A16D1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5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DA548D1-6491-78D3-A1B5-35BF886BB23F}"/>
              </a:ext>
            </a:extLst>
          </p:cNvPr>
          <p:cNvSpPr txBox="1"/>
          <p:nvPr/>
        </p:nvSpPr>
        <p:spPr>
          <a:xfrm>
            <a:off x="668594" y="102798"/>
            <a:ext cx="6843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fr-FR" b="1" dirty="0"/>
              <a:t>Modélisation et modèle sémantique</a:t>
            </a:r>
          </a:p>
          <a:p>
            <a:pPr marL="342900" indent="-342900">
              <a:buFont typeface="+mj-lt"/>
              <a:buAutoNum type="arabicPeriod" startAt="3"/>
            </a:pPr>
            <a:endParaRPr lang="fr-FR" b="1" dirty="0"/>
          </a:p>
        </p:txBody>
      </p:sp>
      <p:pic>
        <p:nvPicPr>
          <p:cNvPr id="3" name="Image 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C98D85CB-4B7E-56BE-FA67-975153742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4" y="1619659"/>
            <a:ext cx="11090787" cy="361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71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B26DF-6670-1A9A-7D43-A413AE0E1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36C291-0ED2-CF03-06E1-EA0279F57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54780A0-DF46-D9F8-13DF-64BC3B76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6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34454A5-239D-48EF-B54F-B3C8EFD67923}"/>
              </a:ext>
            </a:extLst>
          </p:cNvPr>
          <p:cNvSpPr txBox="1"/>
          <p:nvPr/>
        </p:nvSpPr>
        <p:spPr>
          <a:xfrm>
            <a:off x="668594" y="102798"/>
            <a:ext cx="6843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fr-FR" b="1" dirty="0"/>
              <a:t>Modélisation et modèle sémantique</a:t>
            </a:r>
          </a:p>
          <a:p>
            <a:pPr marL="342900" indent="-342900">
              <a:buFont typeface="+mj-lt"/>
              <a:buAutoNum type="arabicPeriod" startAt="3"/>
            </a:pPr>
            <a:endParaRPr lang="fr-FR" b="1" dirty="0"/>
          </a:p>
        </p:txBody>
      </p:sp>
      <p:pic>
        <p:nvPicPr>
          <p:cNvPr id="2" name="Image 1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3D894112-6F4D-A694-0535-5B7FDF2B5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992" y="471970"/>
            <a:ext cx="7404016" cy="541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62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DCE1F-6F2B-A58B-D966-3ED58E485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A7EBE9-8C89-CEF7-BF53-B1D94CD69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C45D6E-7224-418B-D93A-282821062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7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F140518-3623-C763-1C62-654C90D2D69D}"/>
              </a:ext>
            </a:extLst>
          </p:cNvPr>
          <p:cNvSpPr txBox="1"/>
          <p:nvPr/>
        </p:nvSpPr>
        <p:spPr>
          <a:xfrm>
            <a:off x="668594" y="102798"/>
            <a:ext cx="6843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fr-FR" b="1" dirty="0"/>
              <a:t>Dashboard</a:t>
            </a:r>
          </a:p>
          <a:p>
            <a:endParaRPr lang="fr-FR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E0FA01B-09DE-6A63-DF64-6C8FD9E22882}"/>
              </a:ext>
            </a:extLst>
          </p:cNvPr>
          <p:cNvSpPr txBox="1"/>
          <p:nvPr/>
        </p:nvSpPr>
        <p:spPr>
          <a:xfrm>
            <a:off x="7914969" y="1248696"/>
            <a:ext cx="38149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Le volume global et sa croissance par rapport à l’année précédente.</a:t>
            </a:r>
          </a:p>
          <a:p>
            <a:pPr lvl="0"/>
            <a:endParaRPr lang="fr-F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 err="1"/>
              <a:t>Slicers</a:t>
            </a:r>
            <a:r>
              <a:rPr lang="fr-FR" dirty="0"/>
              <a:t> pour le choix des dates et de la devise (données API).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La répartition par catégorie de produit.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L’évolution des transactions par mois. </a:t>
            </a:r>
          </a:p>
          <a:p>
            <a:pPr lvl="0"/>
            <a:endParaRPr lang="fr-F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Un détail mensuel, avec comparaison par rapport à l’année précédente.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CC086D-7E39-56D0-C051-8F1A154FA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17" y="1363438"/>
            <a:ext cx="7445481" cy="420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509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D369-DAA0-7217-4C3F-287BB8A3D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148BEE-7688-1750-25EA-90947A89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CDF6576-D9F4-1B18-012E-58099CAE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8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D2DD5F2-13AD-48A8-4738-BA05E28E065F}"/>
              </a:ext>
            </a:extLst>
          </p:cNvPr>
          <p:cNvSpPr txBox="1"/>
          <p:nvPr/>
        </p:nvSpPr>
        <p:spPr>
          <a:xfrm>
            <a:off x="668594" y="102798"/>
            <a:ext cx="6843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fr-FR" b="1" dirty="0"/>
              <a:t>Dashboard</a:t>
            </a:r>
          </a:p>
          <a:p>
            <a:endParaRPr lang="fr-FR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BD9E7C0-8D61-6890-01AA-1EF738971DB9}"/>
              </a:ext>
            </a:extLst>
          </p:cNvPr>
          <p:cNvSpPr txBox="1"/>
          <p:nvPr/>
        </p:nvSpPr>
        <p:spPr>
          <a:xfrm>
            <a:off x="6096000" y="609600"/>
            <a:ext cx="46408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Le volume global des transactions.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Slicers</a:t>
            </a:r>
            <a:r>
              <a:rPr lang="fr-FR" dirty="0"/>
              <a:t> pour le choix des dates et de la devise.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Tableau hiérarchique</a:t>
            </a:r>
            <a:r>
              <a:rPr lang="fr-FR" dirty="0"/>
              <a:t> : détail des ventes par pays, manager et commerciaux (hiérarchie).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Indicateur “Target </a:t>
            </a:r>
            <a:r>
              <a:rPr lang="fr-FR" b="1" dirty="0" err="1"/>
              <a:t>Reached</a:t>
            </a:r>
            <a:r>
              <a:rPr lang="fr-FR" b="1" dirty="0"/>
              <a:t>”</a:t>
            </a:r>
            <a:r>
              <a:rPr lang="fr-FR" dirty="0"/>
              <a:t> : montre si les objectifs de vente sont atteints.</a:t>
            </a:r>
          </a:p>
          <a:p>
            <a:pPr lvl="0"/>
            <a:endParaRPr lang="fr-F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Répartition par catégorie de produit.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52DAC7D-AA7A-2698-8FA8-C1251DB990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37"/>
          <a:stretch>
            <a:fillRect/>
          </a:stretch>
        </p:blipFill>
        <p:spPr>
          <a:xfrm>
            <a:off x="6445609" y="5478818"/>
            <a:ext cx="5043957" cy="968071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AC6B555-7B49-31D2-1FFB-58938A7F4DA7}"/>
              </a:ext>
            </a:extLst>
          </p:cNvPr>
          <p:cNvSpPr txBox="1"/>
          <p:nvPr/>
        </p:nvSpPr>
        <p:spPr>
          <a:xfrm>
            <a:off x="6108708" y="4809721"/>
            <a:ext cx="57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dirty="0"/>
              <a:t>Le </a:t>
            </a:r>
            <a:r>
              <a:rPr lang="fr-FR" dirty="0" err="1"/>
              <a:t>drillthrough</a:t>
            </a:r>
            <a:r>
              <a:rPr lang="fr-FR" dirty="0"/>
              <a:t> permet de basculer sur la 3</a:t>
            </a:r>
            <a:r>
              <a:rPr lang="fr-FR" baseline="30000" dirty="0"/>
              <a:t>ème</a:t>
            </a:r>
            <a:r>
              <a:rPr lang="fr-FR" dirty="0"/>
              <a:t> page pour plus de détail sur les commerciaux.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DEBC91C-194E-5D51-D10E-F57FA9FEB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50" y="609599"/>
            <a:ext cx="5043956" cy="517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112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5B471-15A4-2F4D-5888-DC4BEBC9F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B8ED4C-DEE5-97C4-328E-A3558985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646AB24-6CAD-37A2-C759-B680AA0FA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9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5185E28-3FE2-4BD4-C7AB-2347046E4B40}"/>
              </a:ext>
            </a:extLst>
          </p:cNvPr>
          <p:cNvSpPr txBox="1"/>
          <p:nvPr/>
        </p:nvSpPr>
        <p:spPr>
          <a:xfrm>
            <a:off x="668594" y="102798"/>
            <a:ext cx="6843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fr-FR" b="1" dirty="0"/>
              <a:t>Dashboard</a:t>
            </a:r>
          </a:p>
          <a:p>
            <a:endParaRPr lang="fr-FR" b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0C24683-D208-3C25-450F-86379C6EB785}"/>
              </a:ext>
            </a:extLst>
          </p:cNvPr>
          <p:cNvSpPr txBox="1"/>
          <p:nvPr/>
        </p:nvSpPr>
        <p:spPr>
          <a:xfrm>
            <a:off x="5328329" y="2075386"/>
            <a:ext cx="38149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Indicateur de performance vs objectif.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Répartition des ventes par catégorie de produit.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Évolution temporelle des ventes.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E8E857-35D5-F7F0-4B85-CFAD27C67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389" y="609599"/>
            <a:ext cx="3217915" cy="523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15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D6745-CA7F-ACEB-42EA-5F46DF96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16DF156-5AE4-9CFA-5B18-56845DB4C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Présentation Projet Power BI - Idriss FEKARI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24058F-CBF3-0D5F-1E96-A41BCE8FE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10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A779E4F-785F-FF65-D404-3AC98479D63F}"/>
              </a:ext>
            </a:extLst>
          </p:cNvPr>
          <p:cNvSpPr txBox="1"/>
          <p:nvPr/>
        </p:nvSpPr>
        <p:spPr>
          <a:xfrm>
            <a:off x="668594" y="102798"/>
            <a:ext cx="6843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fr-FR" b="1" dirty="0"/>
              <a:t>Dashboard</a:t>
            </a:r>
          </a:p>
          <a:p>
            <a:endParaRPr lang="fr-FR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CF5E58D-0A30-439C-12BC-19AD0A1B9C31}"/>
              </a:ext>
            </a:extLst>
          </p:cNvPr>
          <p:cNvSpPr txBox="1"/>
          <p:nvPr/>
        </p:nvSpPr>
        <p:spPr>
          <a:xfrm>
            <a:off x="7914968" y="1248696"/>
            <a:ext cx="427703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Nombre total de </a:t>
            </a:r>
            <a:r>
              <a:rPr lang="fr-FR" dirty="0" err="1"/>
              <a:t>reviews</a:t>
            </a:r>
            <a:r>
              <a:rPr lang="fr-FR" dirty="0"/>
              <a:t> et variation par rapport à l’année précédente.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Evolution mensuelle des avis positifs, neutres et négatifs.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Répartition des sentiments pour évaluer le niveau de satisfaction global.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Identification des thèmes majeurs comme la livraison, la qualité produit, le prix ou le service client.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AC749F-4653-F04F-99BF-49502AFA7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16" y="1339645"/>
            <a:ext cx="7462573" cy="41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83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3A735-5852-3EBC-AC8C-2DA8CE55E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8B8DF9D-A50D-E798-DDE7-D04651C25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Présentation Projet Power BI - Idriss FEKARI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6AE0F4-BF62-7BF2-7BC5-2C6D7C9B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A85B-03FC-46DD-A8D7-E28C27D23A45}" type="slidenum">
              <a:rPr lang="fr-FR" smtClean="0"/>
              <a:t>11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8C63634-4243-91DF-0B06-31B4924C36DD}"/>
              </a:ext>
            </a:extLst>
          </p:cNvPr>
          <p:cNvSpPr txBox="1"/>
          <p:nvPr/>
        </p:nvSpPr>
        <p:spPr>
          <a:xfrm>
            <a:off x="668594" y="102798"/>
            <a:ext cx="6843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fr-FR" dirty="0"/>
              <a:t>Conclusion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D889F10-5A3B-F945-A3BE-2961CE760833}"/>
              </a:ext>
            </a:extLst>
          </p:cNvPr>
          <p:cNvSpPr txBox="1"/>
          <p:nvPr/>
        </p:nvSpPr>
        <p:spPr>
          <a:xfrm>
            <a:off x="668594" y="472130"/>
            <a:ext cx="1085481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Réalisation d'un projet décisionnel complet, de l'acquisition des données bruts jusqu’à la construction d’un </a:t>
            </a:r>
            <a:r>
              <a:rPr lang="fr-FR" dirty="0" err="1"/>
              <a:t>dashboard</a:t>
            </a:r>
            <a:r>
              <a:rPr lang="fr-F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Mise en œuvre des traitements ETL et de la modélisation en étoile avec Power Query.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Création de mesures DAX.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Mise en place d'une hiérarchie managériale et d'une sécurité dynamique (RLS).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Intégration d'une analyse de sentiment via Python pour mesurer la satisfaction client.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Développement de </a:t>
            </a:r>
            <a:r>
              <a:rPr lang="fr-FR" dirty="0" err="1"/>
              <a:t>dashboard</a:t>
            </a:r>
            <a:r>
              <a:rPr lang="fr-FR" dirty="0"/>
              <a:t> permettant une analyse multi-niveaux (globale</a:t>
            </a:r>
            <a:r>
              <a:rPr lang="fr-FR"/>
              <a:t>, par pays</a:t>
            </a:r>
            <a:r>
              <a:rPr lang="fr-FR" dirty="0"/>
              <a:t>, par manager/commercial) et l'identification des tendances et des leviers d'amélioration de la performance.</a:t>
            </a:r>
          </a:p>
          <a:p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09472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oise">
  <a:themeElements>
    <a:clrScheme name="Ardois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ois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ois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TM04033929[[fn=Ardoise]]</Template>
  <TotalTime>252</TotalTime>
  <Words>490</Words>
  <Application>Microsoft Office PowerPoint</Application>
  <PresentationFormat>Grand écran</PresentationFormat>
  <Paragraphs>96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Calisto MT</vt:lpstr>
      <vt:lpstr>Wingdings 2</vt:lpstr>
      <vt:lpstr>Ardoise</vt:lpstr>
      <vt:lpstr>Sales &amp; Customer Insights Dashboard </vt:lpstr>
      <vt:lpstr>Sommaire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Idriss Fekari</dc:creator>
  <cp:lastModifiedBy>Idriss Fekari</cp:lastModifiedBy>
  <cp:revision>4</cp:revision>
  <dcterms:created xsi:type="dcterms:W3CDTF">2026-06-15T18:55:07Z</dcterms:created>
  <dcterms:modified xsi:type="dcterms:W3CDTF">2026-06-28T20:59:06Z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2026-06-15T18:55:18Z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9bb4d1e8-4be6-4bed-b429-9a5f5243b7cf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